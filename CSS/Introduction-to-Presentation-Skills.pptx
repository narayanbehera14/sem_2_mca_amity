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DM Sans Semi Bold"/>
      <p:regular r:id="rId13"/>
    </p:embeddedFont>
    <p:embeddedFont>
      <p:font typeface="DM Sans Semi Bold"/>
      <p:regular r:id="rId14"/>
    </p:embeddedFont>
    <p:embeddedFont>
      <p:font typeface="DM Sans Semi Bold"/>
      <p:regular r:id="rId15"/>
    </p:embeddedFont>
    <p:embeddedFont>
      <p:font typeface="DM Sans Semi Bold"/>
      <p:regular r:id="rId16"/>
    </p:embeddedFont>
    <p:embeddedFont>
      <p:font typeface="Inter Medium"/>
      <p:regular r:id="rId17"/>
    </p:embeddedFont>
    <p:embeddedFont>
      <p:font typeface="Inter Medium"/>
      <p:regular r:id="rId18"/>
    </p:embeddedFont>
    <p:embeddedFont>
      <p:font typeface="Inter Medium"/>
      <p:regular r:id="rId19"/>
    </p:embeddedFont>
    <p:embeddedFont>
      <p:font typeface="Inter Medium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Introduction to Presentation Skills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0108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By Narayan Behera : 32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08736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ability to express ideas clearly, confidently, and compellingly — in front of any audience.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71" y="366936"/>
            <a:ext cx="3307184" cy="44096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6393" y="371252"/>
            <a:ext cx="4506664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Presentation Skills Matter</a:t>
            </a:r>
            <a:endParaRPr lang="en-US" sz="2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393" y="908968"/>
            <a:ext cx="243632" cy="243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6393" y="1283419"/>
            <a:ext cx="160020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Clear Communication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26393" y="1536576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Get your ideas across with impact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393" y="1927101"/>
            <a:ext cx="243632" cy="2436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6393" y="230155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Career Growth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26393" y="2554709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 out academically and professionally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6393" y="2945234"/>
            <a:ext cx="243632" cy="2436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6393" y="331968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26393" y="3572842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Speak with authority and ease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6393" y="3963367"/>
            <a:ext cx="243632" cy="2436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6393" y="433781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26393" y="4590976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Inspire and influence others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36575"/>
            <a:ext cx="445092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5 Stages of a Presentation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926604"/>
            <a:ext cx="8291215" cy="3581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04900" y="3395419"/>
            <a:ext cx="1231091" cy="2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Prepare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04900" y="3683416"/>
            <a:ext cx="1231091" cy="50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Research, organise content, slides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66025" y="3395419"/>
            <a:ext cx="1231091" cy="2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Deliver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66025" y="3683416"/>
            <a:ext cx="1231091" cy="50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Present with confidence and engage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8262" y="1249760"/>
            <a:ext cx="1231091" cy="2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8262" y="1537758"/>
            <a:ext cx="1231091" cy="50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Define topic, purpose, audience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95702" y="1249760"/>
            <a:ext cx="1231091" cy="2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Feedback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95702" y="1537758"/>
            <a:ext cx="1231091" cy="33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Listen, reflect, and improve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05082" y="1249760"/>
            <a:ext cx="1231091" cy="2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Practise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05082" y="1537758"/>
            <a:ext cx="1231091" cy="33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Refine clarity and timing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6393" y="4625653"/>
            <a:ext cx="8291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great presentation follows this cycle — from the first idea to the final reflection.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40513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Core Presentation Skills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685404"/>
            <a:ext cx="2517874" cy="1143223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55938" y="1685404"/>
            <a:ext cx="76200" cy="114322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6" name="Text 3"/>
          <p:cNvSpPr/>
          <p:nvPr/>
        </p:nvSpPr>
        <p:spPr>
          <a:xfrm>
            <a:off x="3692947" y="1846213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🗣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Verbal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92947" y="2214190"/>
            <a:ext cx="21391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Clear pronunciation, simple language, right tone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34621" y="1685404"/>
            <a:ext cx="2517949" cy="1143223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15571" y="1685404"/>
            <a:ext cx="76200" cy="114322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0" name="Text 7"/>
          <p:cNvSpPr/>
          <p:nvPr/>
        </p:nvSpPr>
        <p:spPr>
          <a:xfrm>
            <a:off x="6352580" y="1846213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🤝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Non-Verbal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52580" y="2214190"/>
            <a:ext cx="21391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Eye contact, posture, gestures, expressions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988" y="2970386"/>
            <a:ext cx="2517874" cy="1143223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55938" y="2970386"/>
            <a:ext cx="76200" cy="114322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4" name="Text 11"/>
          <p:cNvSpPr/>
          <p:nvPr/>
        </p:nvSpPr>
        <p:spPr>
          <a:xfrm>
            <a:off x="3692947" y="3131195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📐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Structure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692947" y="3499172"/>
            <a:ext cx="21391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Introduction → Body → Conclusion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34621" y="2970386"/>
            <a:ext cx="2517949" cy="1143223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15571" y="2970386"/>
            <a:ext cx="76200" cy="114322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8" name="Text 15"/>
          <p:cNvSpPr/>
          <p:nvPr/>
        </p:nvSpPr>
        <p:spPr>
          <a:xfrm>
            <a:off x="6352580" y="3131195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💻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Visual Aids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52580" y="3499172"/>
            <a:ext cx="21391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Slides, charts, images — less text, more clarity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1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Know Your Audience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76698"/>
            <a:ext cx="5177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Tailor everything — language, tone, examples — to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who is in the room.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631058"/>
            <a:ext cx="5177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Stay flexible — adjust your pace and style as you read the room.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339" y="1253207"/>
            <a:ext cx="2628230" cy="26282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4200376"/>
            <a:ext cx="2622724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43421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 &amp; Background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60601" y="4200376"/>
            <a:ext cx="2622724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3402360" y="43421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Knowledge Level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25083" y="4200376"/>
            <a:ext cx="2622724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166842" y="43421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Formal vs Informal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581025"/>
            <a:ext cx="35702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Delivery &amp; Questions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241003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816" y="12366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Speak — don't read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385816" y="154312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Explain in your own words; slides are a guide, not a script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057846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5816" y="20534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Vary your voice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385816" y="2359968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Pauses, tone shifts, and pacing keep the audience alert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2874690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5816" y="2870299"/>
            <a:ext cx="20936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Handle questions calmly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385816" y="3176811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Listen fully, answer simply — honesty beats bluffing every time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137720" y="3949378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"The way you present your ideas is as important as the ideas themselves."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925119" y="3789908"/>
            <a:ext cx="19050" cy="772567"/>
          </a:xfrm>
          <a:prstGeom prst="rect">
            <a:avLst/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2026-05-15T10:58:51Z</dcterms:created>
  <dcterms:modified xsi:type="dcterms:W3CDTF">2026-05-15T10:58:51Z</dcterms:modified>
</cp:coreProperties>
</file>